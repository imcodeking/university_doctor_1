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1752" y="-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76FFE4-7D07-EB17-3A51-94DABAE8A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DFFBF1-6D15-C3AD-80F9-5496F748E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094074-9F07-8F45-30AC-362B487A1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4AD1-4594-4DA1-B2D5-179EC2114160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39300E-689D-B767-13C4-0754E8A78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02E841-5311-DE2D-DC13-F7098BD8E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3E1E6-0D46-4002-AB03-B3392340D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427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4E27C-E93B-E307-7A9B-5548153E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455B92-48D4-9346-C155-52C22475E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FBE09D-83B3-D3A0-D3CE-DD6F7C934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4AD1-4594-4DA1-B2D5-179EC2114160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351CD4-E696-6FC8-5C40-7ADFE3C2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D43435-E0B2-7DD7-DA59-5ED849F8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3E1E6-0D46-4002-AB03-B3392340D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50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DDFAC-57C2-F7EA-A13C-DED6AF7A9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00B6B1-2002-AECC-3409-8E04E4CF7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02AEDC-7F00-865A-0A3A-25F4754D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4AD1-4594-4DA1-B2D5-179EC2114160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3181DD-8F76-1434-F67C-A4E569B8E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8C96D2-D923-6BFB-3BCD-8F0FC722E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3E1E6-0D46-4002-AB03-B3392340D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55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8BAA4-4D2C-D0C8-CECE-508A7DC47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7AE275-67DA-94CF-274E-3F83CBD06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1685E8-C5D7-3ACA-55D5-17CD2F621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7A1AD4-7539-B65A-EC31-F0C412138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4AD1-4594-4DA1-B2D5-179EC2114160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7B95F0-A1A1-80F6-8032-644CF0D4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D25736-DBCF-EDD4-4847-8FC84BE3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3E1E6-0D46-4002-AB03-B3392340D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79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CBFE6-9EF8-23DF-7920-923CFC64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B3D729-E3B2-282D-42CE-AC7B2B0DA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14B907-1FA9-6668-0F64-D0BFE53A5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FC17FA-D685-8FBA-C94E-8647FA1589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039242-BC03-5167-4382-904D73923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841699-1768-E90A-E5BD-F57E1CC14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4AD1-4594-4DA1-B2D5-179EC2114160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31FCEF-1A7A-F310-0D4E-E6F3D7D2C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6C9F3D6-82B5-1CD7-C254-20383795A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3E1E6-0D46-4002-AB03-B3392340D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452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70C10-8645-15D9-4566-8DD4CD178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C45F7A-FCBD-5001-E5EA-842E82125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4AD1-4594-4DA1-B2D5-179EC2114160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FA8C8D-9C11-162F-20EF-964A0AA37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42A9B4-5AD4-0540-169B-185568EA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3E1E6-0D46-4002-AB03-B3392340D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064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0FDD65-B701-80E6-BA99-1EC3BA9E5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4AD1-4594-4DA1-B2D5-179EC2114160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2AF239-038B-4BCA-F7D2-2FD219888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4E1E8-0C28-8C66-6EBB-994192BB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3E1E6-0D46-4002-AB03-B3392340D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71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B64298-4F69-0CDA-3458-634C0BF7E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DDFE4C-AA55-4191-7156-33FAF6340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F04687-E110-9051-ADE7-047FAD7C8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E8184A-A488-BBC5-4210-17D03003E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4AD1-4594-4DA1-B2D5-179EC2114160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77AC79-7D68-F051-9C33-AFD9AE6E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D14A66-F693-2D99-D818-986A53D7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3E1E6-0D46-4002-AB03-B3392340D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177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53DBE-08BC-BE10-86DF-835BADBDF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C256E9-4B76-E57B-D413-46C8668FA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AFB95E-0611-C7E7-D77B-57830D2A8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E58E26-A0ED-33B0-8CFC-32B4DEB40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4AD1-4594-4DA1-B2D5-179EC2114160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36CB9B-968F-F166-24C5-EE6A6C6F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CB27D9-B67A-CF8D-5A0A-5D409D3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3E1E6-0D46-4002-AB03-B3392340D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59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8D874-BCF4-0FBF-80FF-25BB0BF8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D8AF55-E3DD-054A-D097-23D30EB98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9BBB37-C5B9-C899-114F-561CE299E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4AD1-4594-4DA1-B2D5-179EC2114160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9B47BF-A6AB-84FC-F091-2E24891B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BDE8D2-C2F6-A2E2-27B2-C709E2F1F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3E1E6-0D46-4002-AB03-B3392340D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492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9A703A-1C11-735C-9362-ADB5CE75C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4F4977-F33B-A4A8-EC00-1A0D379AD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FE8CA-7D44-2B61-E2D4-148231BC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4AD1-4594-4DA1-B2D5-179EC2114160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7619AF-52D3-9FAA-95DA-59D2ACD1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6E3F87-E4E9-33FA-24DC-244DB2F67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3E1E6-0D46-4002-AB03-B3392340D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272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694779-BE9F-1A14-2FEE-DA1D26D8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9E05CC-48AE-E228-FB7E-B6A5E18A4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654A81-4E3A-5B62-693D-78AAD6464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E4AD1-4594-4DA1-B2D5-179EC2114160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D4D81B-2177-E0A7-78E9-2D879ED09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ED7974-AFDA-8453-F025-94A7F5007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3E1E6-0D46-4002-AB03-B3392340D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90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3BE60778-EC58-1A12-3E7A-510562ACB8A2}"/>
              </a:ext>
            </a:extLst>
          </p:cNvPr>
          <p:cNvGrpSpPr/>
          <p:nvPr/>
        </p:nvGrpSpPr>
        <p:grpSpPr>
          <a:xfrm>
            <a:off x="2526974" y="1194502"/>
            <a:ext cx="7138051" cy="4468995"/>
            <a:chOff x="2527407" y="230505"/>
            <a:chExt cx="7138051" cy="446899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3100D39-89E1-A9FA-DBBD-6B75A01A9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05095" y="230505"/>
              <a:ext cx="1781810" cy="1799590"/>
            </a:xfrm>
            <a:prstGeom prst="rect">
              <a:avLst/>
            </a:prstGeom>
          </p:spPr>
        </p:pic>
        <p:pic>
          <p:nvPicPr>
            <p:cNvPr id="16" name="图片 15" descr="白板&#10;&#10;AI 生成的内容可能不正确。">
              <a:extLst>
                <a:ext uri="{FF2B5EF4-FFF2-40B4-BE49-F238E27FC236}">
                  <a16:creationId xmlns:a16="http://schemas.microsoft.com/office/drawing/2014/main" id="{0E7CAC56-BCCC-70EE-5ABA-010A6B9E8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27407" y="2539500"/>
              <a:ext cx="834335" cy="2160000"/>
            </a:xfrm>
            <a:prstGeom prst="rect">
              <a:avLst/>
            </a:prstGeom>
          </p:spPr>
        </p:pic>
        <p:pic>
          <p:nvPicPr>
            <p:cNvPr id="18" name="图片 17" descr="图片包含 形状&#10;&#10;AI 生成的内容可能不正确。">
              <a:extLst>
                <a:ext uri="{FF2B5EF4-FFF2-40B4-BE49-F238E27FC236}">
                  <a16:creationId xmlns:a16="http://schemas.microsoft.com/office/drawing/2014/main" id="{2400FAB3-8F76-D164-EC03-8343214B96C5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30258" y="2539500"/>
              <a:ext cx="835200" cy="216000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01030688-0B59-4315-C950-5BEBCDDFA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05095" y="2719705"/>
              <a:ext cx="1781810" cy="1799590"/>
            </a:xfrm>
            <a:prstGeom prst="rect">
              <a:avLst/>
            </a:prstGeom>
          </p:spPr>
        </p:pic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8D9D618D-A027-0135-C702-4AB17A57737A}"/>
                </a:ext>
              </a:extLst>
            </p:cNvPr>
            <p:cNvCxnSpPr>
              <a:stCxn id="4" idx="2"/>
              <a:endCxn id="19" idx="0"/>
            </p:cNvCxnSpPr>
            <p:nvPr/>
          </p:nvCxnSpPr>
          <p:spPr>
            <a:xfrm>
              <a:off x="6096000" y="2030095"/>
              <a:ext cx="0" cy="68961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连接符: 肘形 22">
              <a:extLst>
                <a:ext uri="{FF2B5EF4-FFF2-40B4-BE49-F238E27FC236}">
                  <a16:creationId xmlns:a16="http://schemas.microsoft.com/office/drawing/2014/main" id="{4C05A28F-EBD3-2462-D1DB-204312C01EF6}"/>
                </a:ext>
              </a:extLst>
            </p:cNvPr>
            <p:cNvCxnSpPr>
              <a:stCxn id="4" idx="1"/>
              <a:endCxn id="16" idx="0"/>
            </p:cNvCxnSpPr>
            <p:nvPr/>
          </p:nvCxnSpPr>
          <p:spPr>
            <a:xfrm rot="10800000" flipV="1">
              <a:off x="2944575" y="1130300"/>
              <a:ext cx="2260520" cy="1409200"/>
            </a:xfrm>
            <a:prstGeom prst="bentConnector2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连接符: 肘形 24">
              <a:extLst>
                <a:ext uri="{FF2B5EF4-FFF2-40B4-BE49-F238E27FC236}">
                  <a16:creationId xmlns:a16="http://schemas.microsoft.com/office/drawing/2014/main" id="{0226E7A8-E0DE-A714-D3D3-203725FF74E4}"/>
                </a:ext>
              </a:extLst>
            </p:cNvPr>
            <p:cNvCxnSpPr>
              <a:stCxn id="4" idx="3"/>
              <a:endCxn id="18" idx="0"/>
            </p:cNvCxnSpPr>
            <p:nvPr/>
          </p:nvCxnSpPr>
          <p:spPr>
            <a:xfrm>
              <a:off x="6986905" y="1130300"/>
              <a:ext cx="2260953" cy="1409200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4D7D0C0-F34D-C34C-5770-7C0344DC3CA2}"/>
                </a:ext>
              </a:extLst>
            </p:cNvPr>
            <p:cNvSpPr txBox="1"/>
            <p:nvPr/>
          </p:nvSpPr>
          <p:spPr>
            <a:xfrm>
              <a:off x="3879281" y="765429"/>
              <a:ext cx="3911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F70529C-5071-3227-A1FA-8EA9F74C0704}"/>
                </a:ext>
              </a:extLst>
            </p:cNvPr>
            <p:cNvSpPr txBox="1"/>
            <p:nvPr/>
          </p:nvSpPr>
          <p:spPr>
            <a:xfrm>
              <a:off x="7921611" y="765429"/>
              <a:ext cx="3911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D0167E6-03DC-8FB2-28BA-D4ED19A80C8D}"/>
                </a:ext>
              </a:extLst>
            </p:cNvPr>
            <p:cNvSpPr txBox="1"/>
            <p:nvPr/>
          </p:nvSpPr>
          <p:spPr>
            <a:xfrm>
              <a:off x="6095999" y="2170168"/>
              <a:ext cx="3911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386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li</dc:creator>
  <cp:lastModifiedBy>John li</cp:lastModifiedBy>
  <cp:revision>2</cp:revision>
  <dcterms:created xsi:type="dcterms:W3CDTF">2025-12-08T07:45:18Z</dcterms:created>
  <dcterms:modified xsi:type="dcterms:W3CDTF">2025-12-08T07:57:53Z</dcterms:modified>
</cp:coreProperties>
</file>